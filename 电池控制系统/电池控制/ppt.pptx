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7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9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5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7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18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9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20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21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8580" y="635"/>
            <a:ext cx="1226058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6355" y="635"/>
            <a:ext cx="1223835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8580" y="-45085"/>
            <a:ext cx="12260580" cy="6902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46990" y="0"/>
            <a:ext cx="1223962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15" y="1713230"/>
            <a:ext cx="4724400" cy="405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3335" y="0"/>
            <a:ext cx="12205335" cy="6858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1854200"/>
            <a:ext cx="4171950" cy="39077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-635"/>
            <a:ext cx="12191365" cy="6858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55" y="1812925"/>
            <a:ext cx="4636770" cy="42424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1885950"/>
            <a:ext cx="4533900" cy="38868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05" y="1661795"/>
            <a:ext cx="4354830" cy="42767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0914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18159571871</cp:lastModifiedBy>
  <cp:revision>159</cp:revision>
  <dcterms:created xsi:type="dcterms:W3CDTF">2019-06-19T02:08:00Z</dcterms:created>
  <dcterms:modified xsi:type="dcterms:W3CDTF">2026-07-09T03:49:43Z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7B4DA9AEC4004E00922084026914EAE2_13</vt:lpwstr>
  </property>
</Properties>
</file>